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ActionFlow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messy meeting notes into organized action — automatically.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Talks 60-Day Claude AI Challenge  —  10-Day Capstone  —  v1.0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notes are messy — and what matters gets lost.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36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✎</a:t>
            </a:r>
            <a:endParaRPr lang="en-US" sz="1736" dirty="0"/>
          </a:p>
        </p:txBody>
      </p:sp>
      <p:sp>
        <p:nvSpPr>
          <p:cNvPr id="6" name="Text 4"/>
          <p:cNvSpPr/>
          <p:nvPr/>
        </p:nvSpPr>
        <p:spPr>
          <a:xfrm>
            <a:off x="1463040" y="19202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are typed fast, unstructured, and inconsistent from meeting to meeting.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017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36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</a:t>
            </a:r>
            <a:endParaRPr lang="en-US" sz="1736" dirty="0"/>
          </a:p>
        </p:txBody>
      </p:sp>
      <p:sp>
        <p:nvSpPr>
          <p:cNvPr id="9" name="Text 7"/>
          <p:cNvSpPr/>
          <p:nvPr/>
        </p:nvSpPr>
        <p:spPr>
          <a:xfrm>
            <a:off x="1463040" y="297180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and to-dos get buried in walls of text, easy to miss later.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6908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069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36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</a:t>
            </a:r>
            <a:endParaRPr lang="en-US" sz="1736" dirty="0"/>
          </a:p>
        </p:txBody>
      </p:sp>
      <p:sp>
        <p:nvSpPr>
          <p:cNvPr id="12" name="Text 10"/>
          <p:cNvSpPr/>
          <p:nvPr/>
        </p:nvSpPr>
        <p:spPr>
          <a:xfrm>
            <a:off x="1463040" y="402336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chat tools summarize once — but forget everything after that.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512064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120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36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1736" dirty="0"/>
          </a:p>
        </p:txBody>
      </p:sp>
      <p:sp>
        <p:nvSpPr>
          <p:cNvPr id="15" name="Text 13"/>
          <p:cNvSpPr/>
          <p:nvPr/>
        </p:nvSpPr>
        <p:spPr>
          <a:xfrm>
            <a:off x="1463040" y="50749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pile up silently across meetings until something is dropped.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ActionFlow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It's For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745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2240" dirty="0"/>
          </a:p>
        </p:txBody>
      </p:sp>
      <p:sp>
        <p:nvSpPr>
          <p:cNvPr id="6" name="Text 4"/>
          <p:cNvSpPr/>
          <p:nvPr/>
        </p:nvSpPr>
        <p:spPr>
          <a:xfrm>
            <a:off x="1783080" y="19659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Professionals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278892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3A3A3A"/>
                </a:solidFill>
              </a:rPr>
              <a:t>Managers, consultants, analysts, and founders who attend frequent meetings and are personally responsible for their own follow-up work.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</a:rPr>
              <a:t>They need speed, not ceremony — no team setup, no admin, just clarity on what they own.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0" y="1874520"/>
            <a:ext cx="731520" cy="7315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</a:t>
            </a:r>
            <a:endParaRPr lang="en-US" sz="2240" dirty="0"/>
          </a:p>
        </p:txBody>
      </p:sp>
      <p:sp>
        <p:nvSpPr>
          <p:cNvPr id="11" name="Text 9"/>
          <p:cNvSpPr/>
          <p:nvPr/>
        </p:nvSpPr>
        <p:spPr>
          <a:xfrm>
            <a:off x="7498080" y="19659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Targeted in v1.0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583680" y="278892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</a:rPr>
              <a:t>Teams needing shared, collaborative meeting spaces.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</a:rPr>
              <a:t>Anyone needing automatic audio/video transcription.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ActionFlow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notes. Get clarity. Never lose an action item again.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4231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Notes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raw, messy meeting notes — no formatting needed.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133088" y="33832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44568" y="219456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818888" y="24231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818888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18888" y="37033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extracts a clean summary and every action item.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129016" y="33832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540496" y="219456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8814816" y="24231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814816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Forever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814816" y="37033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lands on one dashboard across all your meetings.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ActionFlow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— v1.0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</a:t>
            </a:r>
            <a:endParaRPr lang="en-US" sz="1540" dirty="0"/>
          </a:p>
        </p:txBody>
      </p:sp>
      <p:sp>
        <p:nvSpPr>
          <p:cNvPr id="6" name="Text 4"/>
          <p:cNvSpPr/>
          <p:nvPr/>
        </p:nvSpPr>
        <p:spPr>
          <a:xfrm>
            <a:off x="1417320" y="17556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Accounts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sign up &amp; login. Your meetings are yours alone.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70832" y="155448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99432" y="178308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4599432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</a:t>
            </a:r>
            <a:endParaRPr lang="en-US" sz="1540" dirty="0"/>
          </a:p>
        </p:txBody>
      </p:sp>
      <p:sp>
        <p:nvSpPr>
          <p:cNvPr id="11" name="Text 9"/>
          <p:cNvSpPr/>
          <p:nvPr/>
        </p:nvSpPr>
        <p:spPr>
          <a:xfrm>
            <a:off x="5239512" y="17556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&amp; Process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99432" y="2423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raw notes, get an instant structured summary.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93024" y="155448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21624" y="178308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842162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540" dirty="0"/>
          </a:p>
        </p:txBody>
      </p:sp>
      <p:sp>
        <p:nvSpPr>
          <p:cNvPr id="16" name="Text 14"/>
          <p:cNvSpPr/>
          <p:nvPr/>
        </p:nvSpPr>
        <p:spPr>
          <a:xfrm>
            <a:off x="9061704" y="17556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21624" y="2423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to-do extracted automatically, no manual tagging.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730752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395935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959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540" dirty="0"/>
          </a:p>
        </p:txBody>
      </p:sp>
      <p:sp>
        <p:nvSpPr>
          <p:cNvPr id="21" name="Text 19"/>
          <p:cNvSpPr/>
          <p:nvPr/>
        </p:nvSpPr>
        <p:spPr>
          <a:xfrm>
            <a:off x="1417320" y="39319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Dashboard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459943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meetings and all action items in one aggregated view.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70832" y="3730752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99432" y="395935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5" name="Text 23"/>
          <p:cNvSpPr/>
          <p:nvPr/>
        </p:nvSpPr>
        <p:spPr>
          <a:xfrm>
            <a:off x="4599432" y="3959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540" dirty="0"/>
          </a:p>
        </p:txBody>
      </p:sp>
      <p:sp>
        <p:nvSpPr>
          <p:cNvPr id="26" name="Text 24"/>
          <p:cNvSpPr/>
          <p:nvPr/>
        </p:nvSpPr>
        <p:spPr>
          <a:xfrm>
            <a:off x="5239512" y="39319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99432" y="459943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items done and watch your open list shrink.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93024" y="3730752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421624" y="395935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0" name="Text 28"/>
          <p:cNvSpPr/>
          <p:nvPr/>
        </p:nvSpPr>
        <p:spPr>
          <a:xfrm>
            <a:off x="8421624" y="3959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1540" dirty="0"/>
          </a:p>
        </p:txBody>
      </p:sp>
      <p:sp>
        <p:nvSpPr>
          <p:cNvPr id="31" name="Text 29"/>
          <p:cNvSpPr/>
          <p:nvPr/>
        </p:nvSpPr>
        <p:spPr>
          <a:xfrm>
            <a:off x="9061704" y="39319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(stretch)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421624" y="459943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 find any past meeting by keyword.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ActionFlow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lean, fully managed stack — built for speed and reliability.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+ Backend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566160" y="19659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Tailwind CSS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49440" y="19659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framework for UI and API routes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044952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44952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+ Auth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304495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49440" y="3044952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auth &amp; row-level security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2394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123944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4123944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(Anthropic)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49440" y="4123944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summarization &amp; extraction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202936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202936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66160" y="5202936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49440" y="5202936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 from GitHub, free tier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ActionFlow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v1.0 intentionally leaves for later.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22402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53162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🎙</a:t>
            </a:r>
            <a:endParaRPr lang="en-US" sz="1960" dirty="0"/>
          </a:p>
        </p:txBody>
      </p:sp>
      <p:sp>
        <p:nvSpPr>
          <p:cNvPr id="7" name="Text 5"/>
          <p:cNvSpPr/>
          <p:nvPr/>
        </p:nvSpPr>
        <p:spPr>
          <a:xfrm>
            <a:off x="685800" y="3108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Transcription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meetings live and transcribe automatically.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9000" y="19202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11980" y="22402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41198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</a:t>
            </a:r>
            <a:endParaRPr lang="en-US" sz="1960" dirty="0"/>
          </a:p>
        </p:txBody>
      </p:sp>
      <p:sp>
        <p:nvSpPr>
          <p:cNvPr id="12" name="Text 10"/>
          <p:cNvSpPr/>
          <p:nvPr/>
        </p:nvSpPr>
        <p:spPr>
          <a:xfrm>
            <a:off x="3566160" y="3108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611880" y="37490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meetings with assigned owners and due dates.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19202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92340" y="22402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29234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</a:t>
            </a:r>
            <a:endParaRPr lang="en-US" sz="1960" dirty="0"/>
          </a:p>
        </p:txBody>
      </p:sp>
      <p:sp>
        <p:nvSpPr>
          <p:cNvPr id="17" name="Text 15"/>
          <p:cNvSpPr/>
          <p:nvPr/>
        </p:nvSpPr>
        <p:spPr>
          <a:xfrm>
            <a:off x="6446520" y="3108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92240" y="37490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Calendar, Slack, and email digest connections.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89720" y="19202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172700" y="22402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1017270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1960" dirty="0"/>
          </a:p>
        </p:txBody>
      </p:sp>
      <p:sp>
        <p:nvSpPr>
          <p:cNvPr id="22" name="Text 20"/>
          <p:cNvSpPr/>
          <p:nvPr/>
        </p:nvSpPr>
        <p:spPr>
          <a:xfrm>
            <a:off x="9326880" y="3108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372600" y="37490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Follow-through rate and meeting-load insights over time.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ActionFlow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4572000" cy="457200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4114800" cy="411480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Vision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professional should leave a meeting knowing exactly what they own — without spending a single extra minute organizing notes to find out.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ActionFlow turns scattered notes into accountable action — one meeting at a time.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6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10 days  •  AB Talks 60-Day Claude AI Challenge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2026-07-22T14:10:31Z</dcterms:created>
  <dcterms:modified xsi:type="dcterms:W3CDTF">2026-07-22T14:10:31Z</dcterms:modified>
</cp:coreProperties>
</file>